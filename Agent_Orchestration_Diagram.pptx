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147"/>
          </a:solidFill>
          <a:ln w="12700">
            <a:solidFill>
              <a:srgbClr val="1E1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Orchestration &amp; Tool Call Architecture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223760" y="548640"/>
            <a:ext cx="1737360" cy="987552"/>
          </a:xfrm>
          <a:prstGeom prst="rect">
            <a:avLst/>
          </a:prstGeom>
          <a:solidFill>
            <a:srgbClr val="252060"/>
          </a:solidFill>
          <a:ln w="12700">
            <a:solidFill>
              <a:srgbClr val="3B2D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56692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7278624" y="795528"/>
            <a:ext cx="164592" cy="128016"/>
          </a:xfrm>
          <a:prstGeom prst="rect">
            <a:avLst/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0" y="786384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278624" y="969264"/>
            <a:ext cx="164592" cy="128016"/>
          </a:xfrm>
          <a:prstGeom prst="rect">
            <a:avLst/>
          </a:prstGeom>
          <a:solidFill>
            <a:srgbClr val="CCFBF1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960120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278624" y="1143000"/>
            <a:ext cx="164592" cy="128016"/>
          </a:xfrm>
          <a:prstGeom prst="rect">
            <a:avLst/>
          </a:prstGeom>
          <a:solidFill>
            <a:srgbClr val="DBEA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133856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278624" y="1316736"/>
            <a:ext cx="164592" cy="128016"/>
          </a:xfrm>
          <a:prstGeom prst="rect">
            <a:avLst/>
          </a:prstGeom>
          <a:solidFill>
            <a:srgbClr val="FEF3C7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1307592"/>
            <a:ext cx="1463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Store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960120" y="566928"/>
            <a:ext cx="5943600" cy="68580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60350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69848" y="804672"/>
            <a:ext cx="146304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06424" y="8778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Wizard  (index.html  —  Campaign Wizard Steps 1-5)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658368"/>
            <a:ext cx="566928" cy="475488"/>
          </a:xfrm>
          <a:prstGeom prst="rect">
            <a:avLst/>
          </a:prstGeom>
          <a:solidFill>
            <a:srgbClr val="BDB4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61688" y="676656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82296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Brief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983480" y="658368"/>
            <a:ext cx="56692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676656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83480" y="82296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(calls agent)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23560" y="658368"/>
            <a:ext cx="56692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4C1D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41848" y="676656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623560" y="82296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(calls agent)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63640" y="658368"/>
            <a:ext cx="566928" cy="475488"/>
          </a:xfrm>
          <a:prstGeom prst="rect">
            <a:avLst/>
          </a:prstGeom>
          <a:solidFill>
            <a:srgbClr val="BDB4FE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81928" y="676656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63640" y="822960"/>
            <a:ext cx="56692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377440" y="1252728"/>
            <a:ext cx="0" cy="320040"/>
          </a:xfrm>
          <a:prstGeom prst="line">
            <a:avLst/>
          </a:prstGeom>
          <a:noFill/>
          <a:ln w="12700">
            <a:solidFill>
              <a:srgbClr val="7C3AED"/>
            </a:solidFill>
            <a:prstDash val="solid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1920240" y="12847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brief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926080" y="1572768"/>
            <a:ext cx="0" cy="-320040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arrow"/>
          </a:ln>
        </p:spPr>
      </p:sp>
      <p:sp>
        <p:nvSpPr>
          <p:cNvPr id="34" name="Text 32"/>
          <p:cNvSpPr/>
          <p:nvPr/>
        </p:nvSpPr>
        <p:spPr>
          <a:xfrm>
            <a:off x="2468880" y="12847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fields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0" y="1252728"/>
            <a:ext cx="0" cy="32004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arrow"/>
          </a:ln>
        </p:spPr>
      </p:sp>
      <p:sp>
        <p:nvSpPr>
          <p:cNvPr id="36" name="Text 34"/>
          <p:cNvSpPr/>
          <p:nvPr/>
        </p:nvSpPr>
        <p:spPr>
          <a:xfrm>
            <a:off x="3931920" y="12847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content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1572768"/>
            <a:ext cx="0" cy="-32004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  <a:tailEnd type="arrow"/>
          </a:ln>
        </p:spPr>
      </p:sp>
      <p:sp>
        <p:nvSpPr>
          <p:cNvPr id="38" name="Text 36"/>
          <p:cNvSpPr/>
          <p:nvPr/>
        </p:nvSpPr>
        <p:spPr>
          <a:xfrm>
            <a:off x="4480560" y="128473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gate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4592" y="1572768"/>
            <a:ext cx="3520440" cy="1920240"/>
          </a:xfrm>
          <a:prstGeom prst="rect">
            <a:avLst/>
          </a:prstGeom>
          <a:solidFill>
            <a:srgbClr val="F0FD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64592" y="1572768"/>
            <a:ext cx="352044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15727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AGENT   agents/extractor.py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1975104"/>
            <a:ext cx="3300984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" y="198424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System Prompt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" y="2148840"/>
            <a:ext cx="3063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extraction rules + JSON schema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2340864"/>
            <a:ext cx="3300984" cy="329184"/>
          </a:xfrm>
          <a:prstGeom prst="rect">
            <a:avLst/>
          </a:prstGeom>
          <a:solidFill>
            <a:srgbClr val="A7F3D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235000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LLM API Call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347472" y="2514600"/>
            <a:ext cx="3063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factory → Anthropic or OpenAI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2706624"/>
            <a:ext cx="3300984" cy="329184"/>
          </a:xfrm>
          <a:prstGeom prst="rect">
            <a:avLst/>
          </a:prstGeom>
          <a:solidFill>
            <a:srgbClr val="6EE7B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7472" y="271576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tool_use / function_calling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7472" y="2880360"/>
            <a:ext cx="3063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fills campaign_fields schema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74320" y="3072384"/>
            <a:ext cx="3300984" cy="329184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7472" y="308152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ExtractResponse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47472" y="3246120"/>
            <a:ext cx="3063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ok, data{all fields}, usage{tokens}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74320" y="3438144"/>
            <a:ext cx="3300984" cy="512064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474720"/>
            <a:ext cx="3118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— campaign_fields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365760" y="3657600"/>
            <a:ext cx="31181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campaign_type · tone · headline · body_copy · objective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target_number · start_date · end_date · audience_segments · locations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931920" y="1572768"/>
            <a:ext cx="3520440" cy="192024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31920" y="1572768"/>
            <a:ext cx="35204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41648" y="1572768"/>
            <a:ext cx="3337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AGENT   agents/content_validator.py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041648" y="1975104"/>
            <a:ext cx="3300984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0" y="198424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RAG Retrieve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0" y="2148840"/>
            <a:ext cx="3063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ChromaDB → top-3 guideline chunks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041648" y="2340864"/>
            <a:ext cx="3300984" cy="329184"/>
          </a:xfrm>
          <a:prstGeom prst="rect">
            <a:avLst/>
          </a:prstGeom>
          <a:solidFill>
            <a:srgbClr val="FDE68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0" y="235000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Augmented Prompt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114800" y="2514600"/>
            <a:ext cx="3063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retrieved brand policy text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041648" y="2706624"/>
            <a:ext cx="3300984" cy="329184"/>
          </a:xfrm>
          <a:prstGeom prst="rect">
            <a:avLst/>
          </a:prstGeom>
          <a:solidFill>
            <a:srgbClr val="FCD34D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0" y="271576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LLM API Call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114800" y="2880360"/>
            <a:ext cx="3063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factory → Anthropic or OpenAI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041648" y="3072384"/>
            <a:ext cx="3300984" cy="329184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114800" y="308152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tool_use / function_calling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114800" y="3246120"/>
            <a:ext cx="30632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fills validate_campaign_content schema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041648" y="3438144"/>
            <a:ext cx="3300984" cy="512064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33088" y="3474720"/>
            <a:ext cx="3246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— validate_campaign_content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133088" y="3657600"/>
            <a:ext cx="3246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(0-100) · gate (pass|block) · summary · issues [{field, severity, message}]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303520" y="2304288"/>
            <a:ext cx="0" cy="1371600"/>
          </a:xfrm>
          <a:prstGeom prst="line">
            <a:avLst/>
          </a:prstGeom>
          <a:noFill/>
          <a:ln w="12700">
            <a:solidFill>
              <a:srgbClr val="A16207"/>
            </a:solidFill>
            <a:prstDash val="solid"/>
            <a:tailEnd type="arrow"/>
          </a:ln>
        </p:spPr>
      </p:sp>
      <p:sp>
        <p:nvSpPr>
          <p:cNvPr id="76" name="Shape 74"/>
          <p:cNvSpPr/>
          <p:nvPr/>
        </p:nvSpPr>
        <p:spPr>
          <a:xfrm>
            <a:off x="5669280" y="3675888"/>
            <a:ext cx="0" cy="-1371600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arrow"/>
          </a:ln>
        </p:spPr>
      </p:sp>
      <p:sp>
        <p:nvSpPr>
          <p:cNvPr id="77" name="Shape 75"/>
          <p:cNvSpPr/>
          <p:nvPr/>
        </p:nvSpPr>
        <p:spPr>
          <a:xfrm>
            <a:off x="4297680" y="3712464"/>
            <a:ext cx="2743200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407408" y="374904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STORE  —  ChromaDB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407408" y="396849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HerKey_Brand_Content_Guidelines.md  →  69 chunks  →  cosine similarity search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64592" y="3712464"/>
            <a:ext cx="3931920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74320" y="3749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PROVIDER FACTORY  —  config.LLM_PROVIDER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01752" y="3986784"/>
            <a:ext cx="1737360" cy="384048"/>
          </a:xfrm>
          <a:prstGeom prst="rect">
            <a:avLst/>
          </a:prstGeom>
          <a:solidFill>
            <a:srgbClr val="BFDB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4904" y="4014216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3.5 Haiku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374904" y="4178808"/>
            <a:ext cx="1600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tool_use + cache_control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2176272" y="3986784"/>
            <a:ext cx="1737360" cy="384048"/>
          </a:xfrm>
          <a:prstGeom prst="rect">
            <a:avLst/>
          </a:prstGeom>
          <a:solidFill>
            <a:srgbClr val="93C5FD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2249424" y="4014216"/>
            <a:ext cx="1600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Mini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2249424" y="4178808"/>
            <a:ext cx="1600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function_calling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1924812" y="3493008"/>
            <a:ext cx="0" cy="219456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arrow"/>
          </a:ln>
        </p:spPr>
      </p:sp>
      <p:sp>
        <p:nvSpPr>
          <p:cNvPr id="89" name="Text 87"/>
          <p:cNvSpPr/>
          <p:nvPr/>
        </p:nvSpPr>
        <p:spPr>
          <a:xfrm>
            <a:off x="1467612" y="3474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call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2199132" y="3712464"/>
            <a:ext cx="0" cy="-219456"/>
          </a:xfrm>
          <a:prstGeom prst="line">
            <a:avLst/>
          </a:prstGeom>
          <a:noFill/>
          <a:ln w="12700">
            <a:solidFill>
              <a:srgbClr val="10B981"/>
            </a:solidFill>
            <a:prstDash val="solid"/>
            <a:tailEnd type="arrow"/>
          </a:ln>
        </p:spPr>
      </p:sp>
      <p:sp>
        <p:nvSpPr>
          <p:cNvPr id="91" name="Text 89"/>
          <p:cNvSpPr/>
          <p:nvPr/>
        </p:nvSpPr>
        <p:spPr>
          <a:xfrm>
            <a:off x="1741932" y="3474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4572000" y="3493008"/>
            <a:ext cx="0" cy="219456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  <a:tailEnd type="arrow"/>
          </a:ln>
        </p:spPr>
      </p:sp>
      <p:sp>
        <p:nvSpPr>
          <p:cNvPr id="93" name="Shape 91"/>
          <p:cNvSpPr/>
          <p:nvPr/>
        </p:nvSpPr>
        <p:spPr>
          <a:xfrm>
            <a:off x="4846320" y="3712464"/>
            <a:ext cx="0" cy="-219456"/>
          </a:xfrm>
          <a:prstGeom prst="line">
            <a:avLst/>
          </a:prstGeom>
          <a:noFill/>
          <a:ln w="12700">
            <a:solidFill>
              <a:srgbClr val="D97706"/>
            </a:solidFill>
            <a:prstDash val="solid"/>
            <a:tailEnd type="arrow"/>
          </a:ln>
        </p:spPr>
      </p:sp>
      <p:sp>
        <p:nvSpPr>
          <p:cNvPr id="94" name="Shape 92"/>
          <p:cNvSpPr/>
          <p:nvPr/>
        </p:nvSpPr>
        <p:spPr>
          <a:xfrm>
            <a:off x="3712464" y="2148840"/>
            <a:ext cx="18288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639312" y="2103120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— Router</a:t>
            </a:r>
            <a:endParaRPr lang="en-US" sz="650" dirty="0"/>
          </a:p>
          <a:p>
            <a:pPr algn="ctr" indent="0" marL="0">
              <a:buNone/>
            </a:pPr>
            <a:r>
              <a:rPr lang="en-US" sz="6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data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7086600" y="3712464"/>
            <a:ext cx="1892808" cy="7132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150608" y="37307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via .env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7150608" y="3913632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LLM_PROVIDER=anthropic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LLM_PROVIDER=openai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change required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0" y="905256"/>
            <a:ext cx="146304" cy="201168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0" y="896112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0" y="1956816"/>
            <a:ext cx="146304" cy="201168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0" y="1947672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700" dirty="0"/>
          </a:p>
        </p:txBody>
      </p:sp>
      <p:sp>
        <p:nvSpPr>
          <p:cNvPr id="103" name="Shape 101"/>
          <p:cNvSpPr/>
          <p:nvPr/>
        </p:nvSpPr>
        <p:spPr>
          <a:xfrm>
            <a:off x="0" y="2642616"/>
            <a:ext cx="146304" cy="201168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0" y="2633472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0" y="3968496"/>
            <a:ext cx="146304" cy="201168"/>
          </a:xfrm>
          <a:prstGeom prst="rect">
            <a:avLst/>
          </a:prstGeom>
          <a:solidFill>
            <a:srgbClr val="4C1D9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0" y="3959352"/>
            <a:ext cx="1463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2026-05-08T16:08:20Z</dcterms:created>
  <dcterms:modified xsi:type="dcterms:W3CDTF">2026-05-08T16:08:20Z</dcterms:modified>
</cp:coreProperties>
</file>