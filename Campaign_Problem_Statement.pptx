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88970"/>
            <a:ext cx="9144000" cy="1954530"/>
          </a:xfrm>
          <a:prstGeom prst="rect">
            <a:avLst/>
          </a:prstGeom>
          <a:solidFill>
            <a:srgbClr val="1E1147"/>
          </a:solidFill>
          <a:ln w="12700">
            <a:solidFill>
              <a:srgbClr val="1E11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73736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Problem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Target Personas  ·  What the Product Must Solve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5948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HerKey — Women-Specific Marketing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Gap — Why This Product Exists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514600" cy="3685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25146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COMPANIES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16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Hire women professionals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Build employer brand with women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Promote events &amp; upskilling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Run awareness campaigns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84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Demonstrate D&amp;I commitment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44368" y="749808"/>
            <a:ext cx="3255264" cy="3685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749808"/>
            <a:ext cx="32552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749808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12984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No structured campaign product exists to connect the two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2139696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0848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✗  No audience targeting tool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0" y="2660904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606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✗  No content creation guidance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108960" y="3182112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12724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✗  No performance dashboard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108960" y="3703320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64845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✗  Generic tools don't fit the context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90672" y="4023360"/>
            <a:ext cx="294436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4023360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= Real revenue opportunity being missed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749808"/>
            <a:ext cx="2532888" cy="368503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749808"/>
            <a:ext cx="2532888" cy="4572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749808"/>
            <a:ext cx="2532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HERKEY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73952" y="12801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F2937"/>
                </a:solidFill>
              </a:rPr>
              <a:t>India's career engagement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F2937"/>
                </a:solidFill>
              </a:rPr>
              <a:t>platform for women professionals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21214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20665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Large engaged women audience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264261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2587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Job seekers &amp; career switchers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316382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Returnees &amp; mentors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368503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630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Community &amp; learning members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405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Companies have the message.  HerKey has the audience.  What's missing is the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Today — The Problem in Detail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67512"/>
            <a:ext cx="859536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751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1B1B"/>
                </a:solidFill>
              </a:rPr>
              <a:t>Companies that want to run marketing campaigns aimed at women professionals have no structured way to do it on HerKey — so most campaigns either don't happen or don't land.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481328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81328"/>
            <a:ext cx="2029968" cy="640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45920"/>
            <a:ext cx="402336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215798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</a:rPr>
              <a:t>No Audience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</a:rPr>
              <a:t>Targeting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816352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Companies can't define who they want to reach — women in tech, returnees, freshers — or filter by location, seniority, or interest area.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2304" y="1481328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1481328"/>
            <a:ext cx="2029968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645920"/>
            <a:ext cx="402336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15798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No Content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Guidance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2816352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Campaigns that don't speak authentically to women professionals miss the mark. No templates, no tone guidance, no compliance checks.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08576" y="1481328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1481328"/>
            <a:ext cx="2029968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1645920"/>
            <a:ext cx="402336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36592" y="215798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</a:rPr>
              <a:t>No Performance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</a:rPr>
              <a:t>Visibility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After a campaign goes live, companies have no view of reach, impressions, CTR, or conversions. No data means no learning.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84848" y="1481328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84848" y="1481328"/>
            <a:ext cx="2029968" cy="6400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12864" y="1645920"/>
            <a:ext cx="402336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12864" y="215798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2D12"/>
                </a:solidFill>
              </a:rPr>
              <a:t>Wrong Tools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7C2D12"/>
                </a:solidFill>
              </a:rPr>
              <a:t>for Context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12864" y="2816352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Generic marketing platforms aren't built for this audience or purpose. Most companies end up not running campaigns at all.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 — D&amp;I / Employer Branding Manager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377440" cy="40416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914400"/>
            <a:ext cx="1371600" cy="1371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D&amp;I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" y="24231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D&amp;I / Employer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Branding Manager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1874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3291840"/>
            <a:ext cx="2011680" cy="347472"/>
          </a:xfrm>
          <a:prstGeom prst="rect">
            <a:avLst/>
          </a:prstGeom>
          <a:solidFill>
            <a:srgbClr val="3B0764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Primary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3730752"/>
            <a:ext cx="2011680" cy="347472"/>
          </a:xfrm>
          <a:prstGeom prst="rect">
            <a:avLst/>
          </a:prstGeom>
          <a:solidFill>
            <a:srgbClr val="3B0764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Reports to HR / Comms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4169664"/>
            <a:ext cx="2011680" cy="347472"/>
          </a:xfrm>
          <a:prstGeom prst="rect">
            <a:avLst/>
          </a:prstGeom>
          <a:solidFill>
            <a:srgbClr val="3B0764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169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Owns the D&amp;I 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713232"/>
            <a:ext cx="6080760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7132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GOALS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1133856"/>
            <a:ext cx="608076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127101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13385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Position their company as a great place for women to 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1682496"/>
            <a:ext cx="6080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44368" y="18196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68249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Run campaigns that show measurable, reportable results to leadership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2231136"/>
            <a:ext cx="608076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4368" y="23682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23113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Create content that feels authentic — not performative — to women professionals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2779776"/>
            <a:ext cx="6080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44368" y="29169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77977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Demonstrate ROI on D&amp;I investment through campaign performance 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3346704"/>
            <a:ext cx="608076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3467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FRUSTRATIONS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3785616"/>
            <a:ext cx="6080760" cy="457200"/>
          </a:xfrm>
          <a:prstGeom prst="rect">
            <a:avLst/>
          </a:prstGeom>
          <a:solidFill>
            <a:srgbClr val="FFF7F7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44368" y="3922776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37856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platform built specifically for reaching women professionals at scale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88920" y="4306824"/>
            <a:ext cx="6080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4443984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43068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Hard to prove ROI — no performance data to bring back to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Persona — Marketing Manager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377440" cy="40416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914400"/>
            <a:ext cx="1371600" cy="1371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Mktg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4231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Marketing Manager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18745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3291840"/>
            <a:ext cx="2011680" cy="347472"/>
          </a:xfrm>
          <a:prstGeom prst="rect">
            <a:avLst/>
          </a:prstGeom>
          <a:solidFill>
            <a:srgbClr val="023E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0"/>
                </a:solidFill>
              </a:rPr>
              <a:t>Secondary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3730752"/>
            <a:ext cx="2011680" cy="347472"/>
          </a:xfrm>
          <a:prstGeom prst="rect">
            <a:avLst/>
          </a:prstGeom>
          <a:solidFill>
            <a:srgbClr val="023E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0"/>
                </a:solidFill>
              </a:rPr>
              <a:t>Content &amp; Channels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4169664"/>
            <a:ext cx="2011680" cy="347472"/>
          </a:xfrm>
          <a:prstGeom prst="rect">
            <a:avLst/>
          </a:prstGeom>
          <a:solidFill>
            <a:srgbClr val="023E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169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0"/>
                </a:solidFill>
              </a:rPr>
              <a:t>Reports to Marketing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713232"/>
            <a:ext cx="6080760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7132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GOALS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1133856"/>
            <a:ext cx="608076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127101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13385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Execute campaigns quickly and efficiently without agency dependency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1682496"/>
            <a:ext cx="6080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44368" y="18196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68249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Report campaign performance back to the business in simple, clear terms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88920" y="2231136"/>
            <a:ext cx="608076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4368" y="23682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23113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Tailor messaging to specific audience segments — not mass-blast everyone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2779776"/>
            <a:ext cx="6080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44368" y="29169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779776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Have a real-time view of what's working so they can adjust mid-campaign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3346704"/>
            <a:ext cx="608076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3467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FRUSTRATIONS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3785616"/>
            <a:ext cx="6080760" cy="457200"/>
          </a:xfrm>
          <a:prstGeom prst="rect">
            <a:avLst/>
          </a:prstGeom>
          <a:solidFill>
            <a:srgbClr val="FFF7F7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44368" y="3922776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37856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Relies on agencies for creative — slow, expensive, and out of their control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88920" y="4306824"/>
            <a:ext cx="6080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44368" y="4443984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43068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real-time data; can't tailor messaging for specific audience segments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Success Look Like? — Outcomes That Signal the Product Is Working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Five outcomes would tell us the product is doing its job: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530352" cy="12344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05840"/>
            <a:ext cx="530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10972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Self-Service Creation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46304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 company creates and publishes a campaign without needing help from the HerKey team.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" y="1947672"/>
            <a:ext cx="3419856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947672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Zero hand-holding sessions per launch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530352" cy="12344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530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" y="24688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Right Audience Reached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283464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audience seeing the campaign matches who the company intended — not just broad impressions.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7824" y="3319272"/>
            <a:ext cx="3419856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319272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Audience match rate meets intent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7490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749040"/>
            <a:ext cx="530352" cy="12344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749040"/>
            <a:ext cx="530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38404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Trustworthy Performance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420624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Numbers in the dashboard are accurate and match what actually happened.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77824" y="4690872"/>
            <a:ext cx="3419856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690872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Data accuracy verified end-to-end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28032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1005840"/>
            <a:ext cx="530352" cy="12344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005840"/>
            <a:ext cx="530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9824" y="10972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Perceived Value &gt; Cost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9824" y="146304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Companies feel the reach and results justify what they paid, and would willingly pay again.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9824" y="1947672"/>
            <a:ext cx="3419856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1947672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Renewal / repeat campaign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28032" y="2377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18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2377440"/>
            <a:ext cx="530352" cy="12344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377440"/>
            <a:ext cx="530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9824" y="246888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Insights Drive Action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9824" y="283464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After seeing performance data, companies make at least one change to improve their next campaign.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9824" y="3319272"/>
            <a:ext cx="3419856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9824" y="3319272"/>
            <a:ext cx="3419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% companies making a data-driven edit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Product Needs — Core Building Blocks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How they come together is the design challenge — but these are the essential pieces: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1627632" cy="373075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24128"/>
            <a:ext cx="1627632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133856"/>
            <a:ext cx="438912" cy="43891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133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1645920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1D95"/>
                </a:solidFill>
              </a:rPr>
              <a:t>Audience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4C1D95"/>
                </a:solidFill>
              </a:rPr>
              <a:t>Targeting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14081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Describe who to reach — role, seniority, career stage, location. Filter to the right women professionals, not a broad blast.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024128"/>
            <a:ext cx="1627632" cy="3730752"/>
          </a:xfrm>
          <a:prstGeom prst="rect">
            <a:avLst/>
          </a:prstGeom>
          <a:solidFill>
            <a:srgbClr val="E0F2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024128"/>
            <a:ext cx="1627632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96896" y="1133856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133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1645920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Content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</a:rPr>
              <a:t>Creation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21408" y="2377440"/>
            <a:ext cx="14081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Build campaign copy and visuals with AI suggestions, tone guidance, and compliance guardrails baked 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67328" y="1024128"/>
            <a:ext cx="1627632" cy="3730752"/>
          </a:xfrm>
          <a:prstGeom prst="rect">
            <a:avLst/>
          </a:prstGeom>
          <a:solidFill>
            <a:srgbClr val="ECFDF5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7328" y="1024128"/>
            <a:ext cx="1627632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2544" y="1133856"/>
            <a:ext cx="438912" cy="43891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1133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58768" y="1645920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</a:rPr>
              <a:t>Distribution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77056" y="2377440"/>
            <a:ext cx="14081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Deliver campaigns across Feed Posts, Email, Push, Groups, Social Media, and In-App placements.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22976" y="1024128"/>
            <a:ext cx="1627632" cy="3730752"/>
          </a:xfrm>
          <a:prstGeom prst="rect">
            <a:avLst/>
          </a:prstGeom>
          <a:solidFill>
            <a:srgbClr val="FEF3C7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22976" y="1024128"/>
            <a:ext cx="1627632" cy="777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1133856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1133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14416" y="1645920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2400E"/>
                </a:solidFill>
              </a:rPr>
              <a:t>Performance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92400E"/>
                </a:solidFill>
              </a:rPr>
              <a:t>Dashboard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32704" y="2377440"/>
            <a:ext cx="14081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Simple view of reach, impressions, clicks, and conversions — in terms that mean something to a non-technical user.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78624" y="1024128"/>
            <a:ext cx="1627632" cy="3730752"/>
          </a:xfrm>
          <a:prstGeom prst="rect">
            <a:avLst/>
          </a:prstGeom>
          <a:solidFill>
            <a:srgbClr val="FFF1F2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8624" y="1024128"/>
            <a:ext cx="1627632" cy="777240"/>
          </a:xfrm>
          <a:prstGeom prst="rect">
            <a:avLst/>
          </a:prstGeom>
          <a:solidFill>
            <a:srgbClr val="881337"/>
          </a:solidFill>
          <a:ln w="12700">
            <a:solidFill>
              <a:srgbClr val="8813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1133856"/>
            <a:ext cx="438912" cy="43891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133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70064" y="1645920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81337"/>
                </a:solidFill>
              </a:rPr>
              <a:t>Optimisation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881337"/>
                </a:solidFill>
              </a:rPr>
              <a:t>Suggestions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88352" y="2377440"/>
            <a:ext cx="14081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Recommendations for how to improve based on what's working — so companies run better campaigns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 — When Is This Ready to Launch?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Before putting this in front of real users, the team needs to be confident that: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3794760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024128"/>
            <a:ext cx="4773168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241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to Measure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024128"/>
            <a:ext cx="4773168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Good Looks Like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08176"/>
            <a:ext cx="3794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408176"/>
            <a:ext cx="47731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6093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408176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Companies can use it on their 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24528" y="1636776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408176"/>
            <a:ext cx="4315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 company creates and publishes a campaign without needing help from the HerKey team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075688"/>
            <a:ext cx="3794760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075688"/>
            <a:ext cx="4773168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27685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07568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Campaigns reach the right people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24528" y="23042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075688"/>
            <a:ext cx="4315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audience seeing the campaign closely matches who the company intended to reach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743200"/>
            <a:ext cx="3794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2743200"/>
            <a:ext cx="47731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94436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743200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Performance data is trustworthy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24528" y="297180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743200"/>
            <a:ext cx="4315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Numbers in the dashboard are accurate and match what actually happened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3410712"/>
            <a:ext cx="3794760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3410712"/>
            <a:ext cx="4773168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6118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410712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Companies find it worth the cost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24528" y="363931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410712"/>
            <a:ext cx="4315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Companies feel the reach and results justify what they paid, and would pay again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078224"/>
            <a:ext cx="3794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078224"/>
            <a:ext cx="47731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42793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078224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Companies act on the insights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24528" y="4306824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078224"/>
            <a:ext cx="4315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After seeing data, companies make at least one change to improve their next campaign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2026-05-07T12:23:24Z</dcterms:created>
  <dcterms:modified xsi:type="dcterms:W3CDTF">2026-05-07T12:23:24Z</dcterms:modified>
</cp:coreProperties>
</file>